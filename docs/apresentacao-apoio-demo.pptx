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a mesma consulta nos dois códigos: a diferença resume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 perguntarem como um defeito tão grave passou despercebido: com uma única reserva no banco o sistema parece funcionar; os valores limite de estadias adjacentes e períodos distantes expõem 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ferramenta importa JUnit, cobertura e resultado do Cosmic Ray pela ponte local e vincula tudo pelo ID CT-xxx.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faltar tempo, pule a mutação ao vivo e importe o estudo completo (output/hotel-vvtestlab-backup.json), que já traz execuções, defeitos e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280160" cy="73152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Teste de software de terceiros: Hotel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10515600" cy="1645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Slides de apoio à demonstração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Gabriel Felipe Jess Meira · Verificação e Validação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github.com/gabrielfjm/Hotel_Management_System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O sistema em execução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Flask 0.12 + SQLite · capturas do código original e do corrigido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original-02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Login (original)</a:t>
            </a:r>
          </a:p>
        </p:txBody>
      </p:sp>
      <p:pic>
        <p:nvPicPr>
          <p:cNvPr id="10" name="Picture 9" descr="original-04-consulta-formul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Consulta de disponibilidade: D+20 a D+22, 4 hóspedes</a:t>
            </a:r>
          </a:p>
        </p:txBody>
      </p:sp>
      <p:pic>
        <p:nvPicPr>
          <p:cNvPr id="12" name="Picture 11" descr="original-05-consulta-resul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Original: o 101 livre some (DEF-01) e o 102, de capacidade 3, aparece (DEF-14)</a:t>
            </a:r>
          </a:p>
        </p:txBody>
      </p:sp>
      <p:pic>
        <p:nvPicPr>
          <p:cNvPr id="14" name="Picture 13" descr="corrigida-05-consulta-resul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Corrigido: só o 103 comporta 4 hóspedes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DEF-01: o predicado de conflito é uma tautologia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hotel/views.py · reserve() e show_rooms() · commit 2d1b2cd no fork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5577840" cy="2880360"/>
          </a:xfrm>
          <a:prstGeom prst="rect">
            <a:avLst/>
          </a:prstGeom>
          <a:solidFill>
            <a:srgbClr val="FDEEEE"/>
          </a:solidFill>
          <a:ln w="9525">
            <a:solidFill>
              <a:srgbClr val="E8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Original (linhas 208–210)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if each_booking.room_id == int(each) and 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d2 &lt;= c2) or (d1 &lt;= c1 and d2 &lt;= c2) or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c2 &lt;= d2) or (d1 &lt;= c1 and c2 &lt;= d2)):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flash("...not available...")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Se d1 ≤ c1, vale a 2ª ou a 4ª alternativa (d2 ≤ c2 ou c2 ≤ d2); se c1 ≤ d1, vale a 1ª ou a 3ª. Para quaisquer datas, a condição é verdadeira.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2880360"/>
          </a:xfrm>
          <a:prstGeom prst="rect">
            <a:avLst/>
          </a:prstGeom>
          <a:solidFill>
            <a:srgbClr val="EAF7EF"/>
          </a:solidFill>
          <a:ln w="9525">
            <a:solidFill>
              <a:srgbClr val="A9D8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8E5A"/>
                </a:solidFill>
                <a:latin typeface="Segoe UI"/>
              </a:rPr>
              <a:t>Corrigido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def _periodos_conflitam(a1, a2, b1, b2):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return a1 &lt; b2 and b1 &lt; a2   # [entrada, saída)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vinculos = db.session.query(...).join(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Reservations, Booked.brid == Reservations.rid)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Interseção de intervalos semiabertos + junção de cada vínculo com a própria reserva (DEF-15).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89120"/>
            <a:ext cx="11384280" cy="2011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Como os testes revelaram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Funcional (valor limite): CT-003 (entrar no dia em que a outra estadia sai) foi recusado no original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Estrutural: CT-019 revelou DEF-15 (produto cartesiano), escondido pela tautologia até ela ser corrigida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CT-020 e CT-021 mataram mutantes do predicado corrigido (sair no dia em que a outra entra; período anterior)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CT-022 matou o mutante Booked.brid &gt;= Reservations.rid na junção corrigida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V&amp;V TestLab: gestão do projeto de testes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estudo do hotel importado do backup gerado a partir das evidências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01-visao-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Visão geral das três etapas</a:t>
            </a:r>
          </a:p>
        </p:txBody>
      </p:sp>
      <p:pic>
        <p:nvPicPr>
          <p:cNvPr id="10" name="Picture 9" descr="09-teste-funcional-detal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Teste funcional: entrada, esperado, obtido e assertivas</a:t>
            </a:r>
          </a:p>
        </p:txBody>
      </p:sp>
      <p:pic>
        <p:nvPicPr>
          <p:cNvPr id="12" name="Picture 11" descr="10-teste-estrutural-graf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Teste estrutural: grafo percorrido pelo caso</a:t>
            </a:r>
          </a:p>
        </p:txBody>
      </p:sp>
      <p:pic>
        <p:nvPicPr>
          <p:cNvPr id="14" name="Picture 13" descr="11-teste-muta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Teste de mutação: cálculo do escore e mutantes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Roteiro da demonstração ao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~5 minutos · dois terminais e o navegador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39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Sistema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output/hotel-management-testado → .\executar.ps1 → http://127.0.0.1:5000 (ana@example.test / senha123)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130552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084832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Suíte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.\etapas.ps1 -SemMutacao → etapas 1 e 2 no original (defeitos em xfail) e suíte final toda verde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980944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935224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V&amp;V TestLab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raiz → npm run dev → Dados e exportação → importar output/hotel-vvtestlab-projeto-inicial.json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831336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785616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original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.\iniciar-integracao.ps1 -Versao original → Integração Python → Executar e sincronizar: falhas viram defeitos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81728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636008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corrigido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Ctrl+C e .\iniciar-integracao.ps1 → Executar e sincronizar: todos aprovados, 100% dos desvios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553212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486400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Executar mutação (~4 min) → 134/141 mortos; página Teste de mutação mostra o cálculo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